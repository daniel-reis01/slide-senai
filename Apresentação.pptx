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B77B5-A2CD-438F-B97B-C95B2010C0EC}" v="1" dt="2022-03-18T23:42:55.460"/>
    <p1510:client id="{D01FD9B6-9B79-4482-92EC-ECD2D520EA68}" v="47" dt="2022-03-18T22:11:44.504"/>
    <p1510:client id="{D63968B3-3D48-4E59-8E3D-F82950BE9BC6}" v="716" dt="2022-03-19T22:44:12.162"/>
    <p1510:client id="{E23F0989-912B-47B0-86B8-44F2CF14CFD6}" v="425" dt="2022-03-19T19:22:17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9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29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61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69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768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8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82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210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33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81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000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129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400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90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0882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01189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38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071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tx1">
                    <a:lumMod val="85000"/>
                  </a:schemeClr>
                </a:solidFill>
                <a:latin typeface="Arial Black"/>
                <a:cs typeface="Calibri Light"/>
              </a:rPr>
              <a:t>Projeto</a:t>
            </a:r>
            <a:r>
              <a:rPr lang="de-DE" dirty="0">
                <a:solidFill>
                  <a:schemeClr val="tx1">
                    <a:lumMod val="85000"/>
                  </a:schemeClr>
                </a:solidFill>
                <a:latin typeface="Arial Black"/>
                <a:cs typeface="Calibri Light"/>
              </a:rPr>
              <a:t> </a:t>
            </a:r>
            <a:br>
              <a:rPr lang="de-DE" dirty="0">
                <a:solidFill>
                  <a:schemeClr val="tx1">
                    <a:lumMod val="85000"/>
                  </a:schemeClr>
                </a:solidFill>
                <a:latin typeface="Arial Black"/>
                <a:cs typeface="Calibri Light"/>
              </a:rPr>
            </a:br>
            <a:r>
              <a:rPr lang="de-DE" dirty="0">
                <a:solidFill>
                  <a:schemeClr val="tx1">
                    <a:lumMod val="85000"/>
                  </a:schemeClr>
                </a:solidFill>
                <a:latin typeface="Arial Black"/>
                <a:cs typeface="Calibri Light"/>
              </a:rPr>
              <a:t>E-</a:t>
            </a:r>
            <a:r>
              <a:rPr lang="de-DE" dirty="0" err="1">
                <a:solidFill>
                  <a:schemeClr val="tx1">
                    <a:lumMod val="85000"/>
                  </a:schemeClr>
                </a:solidFill>
                <a:latin typeface="Arial Black"/>
                <a:cs typeface="Calibri Light"/>
              </a:rPr>
              <a:t>comerce</a:t>
            </a:r>
            <a:r>
              <a:rPr lang="de-DE" dirty="0">
                <a:latin typeface="Arial Black"/>
                <a:cs typeface="Calibri Light"/>
              </a:rPr>
              <a:t> </a:t>
            </a:r>
            <a:br>
              <a:rPr lang="de-DE" dirty="0">
                <a:latin typeface="Arial Black"/>
                <a:cs typeface="Calibri Light"/>
              </a:rPr>
            </a:br>
            <a:r>
              <a:rPr lang="de-DE" dirty="0">
                <a:latin typeface="Arial Black"/>
                <a:cs typeface="Calibri Light"/>
              </a:rPr>
              <a:t>game </a:t>
            </a:r>
            <a:r>
              <a:rPr lang="de-DE" dirty="0" err="1">
                <a:latin typeface="Arial Black"/>
                <a:cs typeface="Calibri Light"/>
              </a:rPr>
              <a:t>mania</a:t>
            </a:r>
            <a:endParaRPr lang="de-DE">
              <a:latin typeface="Arial Black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F23827E9-A2EA-4D59-A193-39D733807F81}"/>
              </a:ext>
            </a:extLst>
          </p:cNvPr>
          <p:cNvSpPr/>
          <p:nvPr/>
        </p:nvSpPr>
        <p:spPr>
          <a:xfrm rot="21360000" flipV="1">
            <a:off x="69950" y="416797"/>
            <a:ext cx="12012995" cy="1169277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Listra Diagonal 4">
            <a:extLst>
              <a:ext uri="{FF2B5EF4-FFF2-40B4-BE49-F238E27FC236}">
                <a16:creationId xmlns:a16="http://schemas.microsoft.com/office/drawing/2014/main" id="{620CAE37-6784-4AD6-961C-0C3391A386C3}"/>
              </a:ext>
            </a:extLst>
          </p:cNvPr>
          <p:cNvSpPr/>
          <p:nvPr/>
        </p:nvSpPr>
        <p:spPr>
          <a:xfrm>
            <a:off x="984" y="985"/>
            <a:ext cx="3179378" cy="2417377"/>
          </a:xfrm>
          <a:prstGeom prst="diagStrip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81906E-AAE2-4042-8591-6915F9764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520" y="999067"/>
            <a:ext cx="10131425" cy="3649133"/>
          </a:xfrm>
        </p:spPr>
        <p:txBody>
          <a:bodyPr/>
          <a:lstStyle/>
          <a:p>
            <a:r>
              <a:rPr lang="pt-BR" sz="2400" b="1" dirty="0">
                <a:ea typeface="Calibri"/>
                <a:cs typeface="Calibri"/>
              </a:rPr>
              <a:t>A game mania tem por objetivo trazer mais conforto e competitividade para o seu momento de laser.</a:t>
            </a:r>
          </a:p>
          <a:p>
            <a:pPr>
              <a:buClr>
                <a:srgbClr val="FFFFFF"/>
              </a:buClr>
            </a:pPr>
            <a:r>
              <a:rPr lang="pt-BR" dirty="0">
                <a:ea typeface="Calibri"/>
                <a:cs typeface="Calibri"/>
              </a:rPr>
              <a:t>Pensando nisso nos inovamos e mudamos nossa interação com o cliente com um design (ui) mais atual e agradável tornando a experiência (</a:t>
            </a:r>
            <a:r>
              <a:rPr lang="pt-BR" dirty="0" err="1">
                <a:ea typeface="Calibri"/>
                <a:cs typeface="Calibri"/>
              </a:rPr>
              <a:t>ux</a:t>
            </a:r>
            <a:r>
              <a:rPr lang="pt-BR" dirty="0">
                <a:ea typeface="Calibri"/>
                <a:cs typeface="Calibri"/>
              </a:rPr>
              <a:t>)  interativa, confortável e segura. </a:t>
            </a:r>
          </a:p>
        </p:txBody>
      </p:sp>
    </p:spTree>
    <p:extLst>
      <p:ext uri="{BB962C8B-B14F-4D97-AF65-F5344CB8AC3E}">
        <p14:creationId xmlns:p14="http://schemas.microsoft.com/office/powerpoint/2010/main" val="109436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Interface gráfica do usuário&#10;&#10;Descrição gerada automaticamente">
            <a:extLst>
              <a:ext uri="{FF2B5EF4-FFF2-40B4-BE49-F238E27FC236}">
                <a16:creationId xmlns:a16="http://schemas.microsoft.com/office/drawing/2014/main" id="{50799838-C0D9-4830-803D-AB5101E7E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254" y="186746"/>
            <a:ext cx="4541727" cy="3649133"/>
          </a:xfr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091AA4D-B7FF-4B8D-8B46-B52242757FC0}"/>
              </a:ext>
            </a:extLst>
          </p:cNvPr>
          <p:cNvSpPr txBox="1"/>
          <p:nvPr/>
        </p:nvSpPr>
        <p:spPr>
          <a:xfrm>
            <a:off x="128588" y="3998119"/>
            <a:ext cx="365998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cs typeface="Calibri"/>
              </a:rPr>
              <a:t>Pagina Home </a:t>
            </a:r>
          </a:p>
          <a:p>
            <a:endParaRPr lang="pt-BR" dirty="0">
              <a:cs typeface="Calibri"/>
            </a:endParaRPr>
          </a:p>
          <a:p>
            <a:r>
              <a:rPr lang="pt-BR" dirty="0">
                <a:cs typeface="Calibri"/>
              </a:rPr>
              <a:t>Logo no canto esquerdo </a:t>
            </a:r>
          </a:p>
          <a:p>
            <a:r>
              <a:rPr lang="pt-BR" dirty="0">
                <a:cs typeface="Calibri"/>
              </a:rPr>
              <a:t>Barra de pesquisa</a:t>
            </a:r>
          </a:p>
          <a:p>
            <a:r>
              <a:rPr lang="pt-BR" dirty="0">
                <a:cs typeface="Calibri"/>
              </a:rPr>
              <a:t>Menu </a:t>
            </a:r>
          </a:p>
          <a:p>
            <a:r>
              <a:rPr lang="pt-BR" dirty="0">
                <a:cs typeface="Calibri"/>
              </a:rPr>
              <a:t>Lema da empresa</a:t>
            </a:r>
          </a:p>
          <a:p>
            <a:r>
              <a:rPr lang="pt-BR" dirty="0">
                <a:cs typeface="Calibri"/>
              </a:rPr>
              <a:t>Barra de cadastro ou login </a:t>
            </a:r>
          </a:p>
          <a:p>
            <a:r>
              <a:rPr lang="pt-BR" dirty="0">
                <a:cs typeface="Calibri"/>
              </a:rPr>
              <a:t>Destacado em vermelho</a:t>
            </a:r>
          </a:p>
          <a:p>
            <a:r>
              <a:rPr lang="pt-BR" dirty="0">
                <a:cs typeface="Calibri"/>
              </a:rPr>
              <a:t>(todos os itens passiveis de alteração).</a:t>
            </a:r>
          </a:p>
        </p:txBody>
      </p:sp>
      <p:pic>
        <p:nvPicPr>
          <p:cNvPr id="6" name="Imagem 6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B425A0A9-9808-43FE-8BFC-E3E3B02DB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264" y="181359"/>
            <a:ext cx="4497236" cy="365126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5A6DEF7-C745-4394-9D45-19D68CA791B2}"/>
              </a:ext>
            </a:extLst>
          </p:cNvPr>
          <p:cNvSpPr txBox="1"/>
          <p:nvPr/>
        </p:nvSpPr>
        <p:spPr>
          <a:xfrm>
            <a:off x="8058150" y="3890962"/>
            <a:ext cx="262413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cs typeface="Calibri"/>
              </a:rPr>
              <a:t>Pagina Home produtos em promoções.</a:t>
            </a:r>
            <a:endParaRPr lang="pt-BR" dirty="0"/>
          </a:p>
          <a:p>
            <a:endParaRPr lang="pt-BR"/>
          </a:p>
          <a:p>
            <a:endParaRPr lang="pt-BR" dirty="0">
              <a:cs typeface="Calibri"/>
            </a:endParaRPr>
          </a:p>
          <a:p>
            <a:endParaRPr lang="pt-BR" dirty="0">
              <a:cs typeface="Calibri"/>
            </a:endParaRPr>
          </a:p>
          <a:p>
            <a:endParaRPr lang="pt-BR" dirty="0">
              <a:cs typeface="Calibri"/>
            </a:endParaRPr>
          </a:p>
          <a:p>
            <a:r>
              <a:rPr lang="pt-BR" dirty="0">
                <a:ea typeface="+mn-lt"/>
                <a:cs typeface="+mn-lt"/>
              </a:rPr>
              <a:t>&lt; Pagina Home Roda pé. </a:t>
            </a:r>
          </a:p>
          <a:p>
            <a:endParaRPr lang="pt-BR" dirty="0">
              <a:ea typeface="+mn-lt"/>
              <a:cs typeface="+mn-lt"/>
            </a:endParaRPr>
          </a:p>
        </p:txBody>
      </p:sp>
      <p:pic>
        <p:nvPicPr>
          <p:cNvPr id="3" name="Imagem 7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67B2269-F35C-4C00-97D4-456DF0FD1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3885095"/>
            <a:ext cx="3600448" cy="292162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34889C9-CF0D-4941-97E5-03296550217C}"/>
              </a:ext>
            </a:extLst>
          </p:cNvPr>
          <p:cNvSpPr txBox="1"/>
          <p:nvPr/>
        </p:nvSpPr>
        <p:spPr>
          <a:xfrm>
            <a:off x="5367337" y="1712118"/>
            <a:ext cx="1147762" cy="523220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 dirty="0">
                <a:cs typeface="Calibri"/>
              </a:rPr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427216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25504313-0936-4130-A8E7-0BB95056A7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3182" y="189442"/>
            <a:ext cx="3965076" cy="3649134"/>
          </a:xfrm>
        </p:spPr>
      </p:pic>
      <p:pic>
        <p:nvPicPr>
          <p:cNvPr id="5" name="Imagem 5" descr="Interface gráfica do usuário&#10;&#10;Descrição gerada automaticamente">
            <a:extLst>
              <a:ext uri="{FF2B5EF4-FFF2-40B4-BE49-F238E27FC236}">
                <a16:creationId xmlns:a16="http://schemas.microsoft.com/office/drawing/2014/main" id="{01BD72EA-9052-4091-BD6D-F9FFD4DDA0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129170" y="189442"/>
            <a:ext cx="3905033" cy="3649133"/>
          </a:xfrm>
        </p:spPr>
      </p:pic>
      <p:pic>
        <p:nvPicPr>
          <p:cNvPr id="6" name="Imagem 6" descr="Interface gráfica do usuário&#10;&#10;Descrição gerada automaticamente">
            <a:extLst>
              <a:ext uri="{FF2B5EF4-FFF2-40B4-BE49-F238E27FC236}">
                <a16:creationId xmlns:a16="http://schemas.microsoft.com/office/drawing/2014/main" id="{89B150C0-ACC8-49A7-A3C6-1A63D18A5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8618" y="3351116"/>
            <a:ext cx="3814761" cy="338235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D509E32-B5C5-4D90-BAD5-0456C1D96059}"/>
              </a:ext>
            </a:extLst>
          </p:cNvPr>
          <p:cNvSpPr txBox="1"/>
          <p:nvPr/>
        </p:nvSpPr>
        <p:spPr>
          <a:xfrm>
            <a:off x="5474494" y="1104900"/>
            <a:ext cx="1254918" cy="95410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800" b="1" dirty="0">
                <a:cs typeface="Calibri"/>
              </a:rPr>
              <a:t>HOME </a:t>
            </a:r>
          </a:p>
          <a:p>
            <a:pPr algn="just"/>
            <a:r>
              <a:rPr lang="pt-BR" sz="2800" b="1" dirty="0">
                <a:cs typeface="Calibri"/>
              </a:rPr>
              <a:t>TABLET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0FC35A5-B41A-4021-BA1D-075C4E09FB59}"/>
              </a:ext>
            </a:extLst>
          </p:cNvPr>
          <p:cNvSpPr txBox="1"/>
          <p:nvPr/>
        </p:nvSpPr>
        <p:spPr>
          <a:xfrm>
            <a:off x="152400" y="3890962"/>
            <a:ext cx="27432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+mn-lt"/>
                <a:cs typeface="+mn-lt"/>
              </a:rPr>
              <a:t>Pagina Home </a:t>
            </a:r>
            <a:endParaRPr lang="en-US" dirty="0">
              <a:ea typeface="+mn-lt"/>
              <a:cs typeface="+mn-lt"/>
            </a:endParaRPr>
          </a:p>
          <a:p>
            <a:endParaRPr lang="pt-BR" dirty="0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Logo no canto esquerdo </a:t>
            </a:r>
            <a:endParaRPr lang="en-US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Barra de pesquisa</a:t>
            </a:r>
            <a:endParaRPr lang="en-US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Menu </a:t>
            </a:r>
            <a:endParaRPr lang="en-US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Lema da empresa</a:t>
            </a:r>
            <a:endParaRPr lang="en-US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Barra de cadastro ou login </a:t>
            </a:r>
            <a:endParaRPr lang="en-US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Destacado em vermelho</a:t>
            </a:r>
            <a:endParaRPr lang="en-US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(todos os itens passiveis de alteração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681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5" descr="Interface gráfica do usuário&#10;&#10;Descrição gerada automaticamente">
            <a:extLst>
              <a:ext uri="{FF2B5EF4-FFF2-40B4-BE49-F238E27FC236}">
                <a16:creationId xmlns:a16="http://schemas.microsoft.com/office/drawing/2014/main" id="{F7C38DFE-3D00-4741-9F79-4EC14C04A3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6723" y="141817"/>
            <a:ext cx="3560804" cy="3649134"/>
          </a:xfrm>
        </p:spPr>
      </p:pic>
      <p:pic>
        <p:nvPicPr>
          <p:cNvPr id="6" name="Imagem 6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940D66A6-1BF2-4577-B928-36EF6BCB37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695896" y="141817"/>
            <a:ext cx="3319268" cy="3649133"/>
          </a:xfrm>
        </p:spPr>
      </p:pic>
      <p:pic>
        <p:nvPicPr>
          <p:cNvPr id="8" name="Imagem 8" descr="Interface gráfica do usuário&#10;&#10;Descrição gerada automaticamente">
            <a:extLst>
              <a:ext uri="{FF2B5EF4-FFF2-40B4-BE49-F238E27FC236}">
                <a16:creationId xmlns:a16="http://schemas.microsoft.com/office/drawing/2014/main" id="{88BD15C3-1CF9-464A-9729-5FF82F44D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869" y="136431"/>
            <a:ext cx="3826667" cy="363238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ED2C909-D2E3-4783-8EDB-A7CA5405D9BC}"/>
              </a:ext>
            </a:extLst>
          </p:cNvPr>
          <p:cNvSpPr txBox="1"/>
          <p:nvPr/>
        </p:nvSpPr>
        <p:spPr>
          <a:xfrm>
            <a:off x="4867275" y="3914774"/>
            <a:ext cx="2088353" cy="954107"/>
          </a:xfrm>
          <a:prstGeom prst="rect">
            <a:avLst/>
          </a:prstGeom>
          <a:solidFill>
            <a:schemeClr val="accent6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800" b="1" dirty="0">
                <a:cs typeface="Calibri"/>
              </a:rPr>
              <a:t>Home</a:t>
            </a:r>
          </a:p>
          <a:p>
            <a:r>
              <a:rPr lang="pt-BR" sz="2800" b="1" dirty="0">
                <a:cs typeface="Calibri"/>
              </a:rPr>
              <a:t>Smartphone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9F74CC-B694-43B7-BACF-2A33571AF34C}"/>
              </a:ext>
            </a:extLst>
          </p:cNvPr>
          <p:cNvSpPr txBox="1"/>
          <p:nvPr/>
        </p:nvSpPr>
        <p:spPr>
          <a:xfrm>
            <a:off x="92869" y="3914775"/>
            <a:ext cx="27432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cs typeface="Segoe UI"/>
              </a:rPr>
              <a:t>Pagina Home 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pt-BR" dirty="0">
                <a:cs typeface="Segoe UI"/>
              </a:rPr>
              <a:t>​</a:t>
            </a:r>
          </a:p>
          <a:p>
            <a:r>
              <a:rPr lang="pt-BR" dirty="0">
                <a:cs typeface="Segoe UI"/>
              </a:rPr>
              <a:t>Logo no canto esquerdo 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pt-BR" dirty="0">
                <a:cs typeface="Segoe UI"/>
              </a:rPr>
              <a:t>Menu 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pt-BR" dirty="0">
                <a:cs typeface="Segoe UI"/>
              </a:rPr>
              <a:t>Lema da empresa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pt-BR" dirty="0">
                <a:cs typeface="Segoe UI"/>
              </a:rPr>
              <a:t>Barra de cadastro ou login 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pt-BR" dirty="0">
                <a:cs typeface="Segoe UI"/>
              </a:rPr>
              <a:t>Destacado em vermelho</a:t>
            </a:r>
            <a:r>
              <a:rPr lang="en-US" dirty="0">
                <a:cs typeface="Segoe UI"/>
              </a:rPr>
              <a:t>​</a:t>
            </a:r>
          </a:p>
          <a:p>
            <a:r>
              <a:rPr lang="pt-BR" dirty="0">
                <a:cs typeface="Segoe UI"/>
              </a:rPr>
              <a:t>(todos os itens passiveis de alteração</a:t>
            </a:r>
            <a:r>
              <a:rPr lang="en-US" dirty="0">
                <a:cs typeface="Segoe UI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95440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Conteúdo 18">
            <a:extLst>
              <a:ext uri="{FF2B5EF4-FFF2-40B4-BE49-F238E27FC236}">
                <a16:creationId xmlns:a16="http://schemas.microsoft.com/office/drawing/2014/main" id="{67096729-56D3-40D7-95BF-5950EA5BD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784755"/>
            <a:ext cx="10734146" cy="5577945"/>
          </a:xfrm>
        </p:spPr>
        <p:txBody>
          <a:bodyPr/>
          <a:lstStyle/>
          <a:p>
            <a:r>
              <a:rPr lang="pt-BR" sz="2800" b="1" dirty="0">
                <a:ea typeface="+mn-lt"/>
                <a:cs typeface="+mn-lt"/>
              </a:rPr>
              <a:t> Feedback </a:t>
            </a:r>
            <a:endParaRPr lang="pt-BR" sz="28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pt-BR" b="1" dirty="0">
                <a:ea typeface="+mn-lt"/>
                <a:cs typeface="+mn-lt"/>
              </a:rPr>
              <a:t>O projeto </a:t>
            </a:r>
            <a:r>
              <a:rPr lang="pt-BR" sz="2400" b="1" dirty="0">
                <a:ea typeface="+mn-lt"/>
                <a:cs typeface="+mn-lt"/>
              </a:rPr>
              <a:t>game mania </a:t>
            </a:r>
            <a:r>
              <a:rPr lang="pt-BR" b="1" dirty="0">
                <a:ea typeface="+mn-lt"/>
                <a:cs typeface="+mn-lt"/>
              </a:rPr>
              <a:t>um site e-</a:t>
            </a:r>
            <a:r>
              <a:rPr lang="pt-BR" b="1" dirty="0" err="1">
                <a:ea typeface="+mn-lt"/>
                <a:cs typeface="+mn-lt"/>
              </a:rPr>
              <a:t>comerce</a:t>
            </a:r>
            <a:r>
              <a:rPr lang="pt-BR" b="1" dirty="0">
                <a:ea typeface="+mn-lt"/>
                <a:cs typeface="+mn-lt"/>
              </a:rPr>
              <a:t> com</a:t>
            </a:r>
            <a:r>
              <a:rPr lang="pt-BR" sz="2400" b="1" dirty="0">
                <a:ea typeface="+mn-lt"/>
                <a:cs typeface="+mn-lt"/>
              </a:rPr>
              <a:t> </a:t>
            </a:r>
            <a:r>
              <a:rPr lang="pt-BR" b="1" dirty="0">
                <a:ea typeface="+mn-lt"/>
                <a:cs typeface="+mn-lt"/>
              </a:rPr>
              <a:t>layout responsivo para desktop, tablet, e smartphone. As diversas adaptações entre tablet e smartphone mostraram ser um pequeno desafio na etapa responsiva as diferentes dimensões de estruturas do site. Na parte do design, intender o que e necessário para ser aplicado, para uma melhor imersão do  usuário no site é fundamental, se trata não só de atender o que está no acordo mas também do design </a:t>
            </a:r>
            <a:r>
              <a:rPr lang="pt-BR" b="1" dirty="0" err="1">
                <a:ea typeface="+mn-lt"/>
                <a:cs typeface="+mn-lt"/>
              </a:rPr>
              <a:t>ux</a:t>
            </a:r>
            <a:r>
              <a:rPr lang="pt-BR" b="1" dirty="0">
                <a:ea typeface="+mn-lt"/>
                <a:cs typeface="+mn-lt"/>
              </a:rPr>
              <a:t> assim com atualizar a página ou melhor manter o design da página atual  (ui).</a:t>
            </a:r>
          </a:p>
        </p:txBody>
      </p:sp>
    </p:spTree>
    <p:extLst>
      <p:ext uri="{BB962C8B-B14F-4D97-AF65-F5344CB8AC3E}">
        <p14:creationId xmlns:p14="http://schemas.microsoft.com/office/powerpoint/2010/main" val="17286459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Celestial</vt:lpstr>
      <vt:lpstr>Projeto  E-comerce  game mania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371</cp:revision>
  <dcterms:created xsi:type="dcterms:W3CDTF">2022-03-18T20:52:46Z</dcterms:created>
  <dcterms:modified xsi:type="dcterms:W3CDTF">2022-03-19T22:47:40Z</dcterms:modified>
</cp:coreProperties>
</file>